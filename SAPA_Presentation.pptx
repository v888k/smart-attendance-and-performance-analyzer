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64592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Calibri"/>
              </a:defRPr>
            </a:pPr>
            <a:r>
              <a:t>PROJECT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Calibri"/>
              </a:defRPr>
            </a:pPr>
            <a:r>
              <a:t>Smart Attendance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5800" b="1">
                <a:solidFill>
                  <a:srgbClr val="E94560"/>
                </a:solidFill>
                <a:latin typeface="Calibri"/>
              </a:defRPr>
            </a:pPr>
            <a:r>
              <a:t>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2000" b="0">
                <a:solidFill>
                  <a:srgbClr val="E6E6F0"/>
                </a:solidFill>
                <a:latin typeface="Calibri"/>
              </a:defRPr>
            </a:pPr>
            <a:r>
              <a:t>A role-based web dashboard system for BTech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0">
                <a:solidFill>
                  <a:srgbClr val="9A9AB8"/>
                </a:solidFill>
                <a:latin typeface="Calibri"/>
              </a:defRPr>
            </a:pPr>
            <a:r>
              <a:t>Admin  •  5 Teachers  •  10 Students  •  5 CS Courses  •  Zero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828800" cy="50292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937760"/>
            <a:ext cx="1828800" cy="5029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937760"/>
            <a:ext cx="1828800" cy="5029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937760"/>
            <a:ext cx="1828800" cy="502920"/>
          </a:xfrm>
          <a:prstGeom prst="round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937760"/>
            <a:ext cx="1828800" cy="502920"/>
          </a:xfrm>
          <a:prstGeom prst="round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666A85"/>
                </a:solidFill>
                <a:latin typeface="Calibri"/>
              </a:defRPr>
            </a:pPr>
            <a:r>
              <a:t>v1.0  •  Pure client-side  •  No build step  •  Runs in any modern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is SAPA?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A focused look at the project goals and audience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486400" cy="21945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2763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9377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Digitize attendance for BTech CS programs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Replace paper registers with real-time tracking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Surface trends through charts and progress bars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Give each role exactly the tools it needs — nothing more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03520" cy="21945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719072"/>
            <a:ext cx="109728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2763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Who uses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Admins — manage users, courses, system config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Teachers — mark attendance, view reports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Students — track personal attendance per subject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48640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9651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it stands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Runs entirely in the browser — no install, no server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Three role-specific dashboards in one SPA shell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Calendar-based date pickers for day / month / year filters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Sample data pre-seeded so the demo works on first 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096512"/>
            <a:ext cx="109728" cy="109728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Scope of this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475488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5 pre-loaded CS courses (DS, DBMS, OS, CN, SE)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10 students, 5 teacher accounts, 1 admin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750+ attendance records spanning Mar–Jun 2026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Future modules flagged: QR attendance, performance analyzer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Files, roles, and what each one owns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486400" cy="49377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Repository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Calibri"/>
              </a:defRPr>
            </a:pPr>
            <a:r>
              <a:t>Project/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22576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├── 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3347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├── dashboard.html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44368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1">
                <a:solidFill>
                  <a:srgbClr val="FDCB6E"/>
                </a:solidFill>
                <a:latin typeface="Calibri"/>
              </a:defRPr>
            </a:pPr>
            <a:r>
              <a:t>├── css/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│   └── style.css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1">
                <a:solidFill>
                  <a:srgbClr val="FDCB6E"/>
                </a:solidFill>
                <a:latin typeface="Calibri"/>
              </a:defRPr>
            </a:pPr>
            <a:r>
              <a:t>├── js/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77056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│   ├── app.js (login)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8795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│   ├── data.js (storage)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98848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│   └── dashboard.js (app)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9744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├── objective.md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├── suggestion.md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31536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├── status.md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42432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└── build_ppt.py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463040"/>
            <a:ext cx="5212080" cy="237744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940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62763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Code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103120"/>
            <a:ext cx="46634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HTML:    2 pages (login + dashboard shell)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CSS:     728 lines, fully themed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JS:      ~1,400 lines across 3 files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Docs:    objective.md, suggestion.md, status.md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Deps:    1 — Chart.js via CDN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31920"/>
            <a:ext cx="521208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187952"/>
            <a:ext cx="109728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09651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572000"/>
            <a:ext cx="46634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Three role-aware menus, one shared SPA shell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All state lives in localStorage under sarpa_data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Charts re-render on every navigation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Dark / light theme saved to localStorage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Mobile breakpoint at 768px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Every tool used in the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576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3657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402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Semantic markup for login and SPA shell.</a:t>
            </a:r>
          </a:p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Modal system, nav, &lt;canvas&gt; targets.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554480"/>
            <a:ext cx="36576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554480"/>
            <a:ext cx="3657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54480"/>
            <a:ext cx="3657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Custom-property theming, Grid + Flexbox.</a:t>
            </a:r>
          </a:p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Dark/light mode, 728 lines of styling.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554480"/>
            <a:ext cx="36576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657600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3657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402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Vanilla ES6+, IIFE modules.</a:t>
            </a:r>
          </a:p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Event-driven SPA, no framework.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23360"/>
            <a:ext cx="36576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3657600" cy="50292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3657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Chart.js 4.4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Loaded via CDN.</a:t>
            </a:r>
          </a:p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Bar, line, pie, doughnut charts.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023360"/>
            <a:ext cx="36576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023360"/>
            <a:ext cx="3657600" cy="50292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023360"/>
            <a:ext cx="3657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localStorage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70916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Browser-native persistence.</a:t>
            </a:r>
          </a:p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JSON serialization, schema v3.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023360"/>
            <a:ext cx="36576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4023360"/>
            <a:ext cx="3657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023360"/>
            <a:ext cx="3657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 Font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70916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Google Fonts CDN.</a:t>
            </a:r>
          </a:p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Clean legibility across the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How a click becomes a chart on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127" y="1737360"/>
            <a:ext cx="219456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127" y="1737360"/>
            <a:ext cx="219456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127" y="173736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27" y="228600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" y="269748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User opens index.html.</a:t>
            </a:r>
          </a:p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Login form rendered.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66847" y="1737360"/>
            <a:ext cx="219456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6847" y="1737360"/>
            <a:ext cx="219456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6847" y="173736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6847" y="228600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0F3460"/>
                </a:solidFill>
                <a:latin typeface="Calibri"/>
              </a:defRPr>
            </a:pPr>
            <a:r>
              <a:t>Authenticate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007" y="269748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DataStore.authenticate()</a:t>
            </a:r>
          </a:p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checks credentials.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8567" y="1737360"/>
            <a:ext cx="219456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98567" y="1737360"/>
            <a:ext cx="2194560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8567" y="173736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8567" y="228600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00B894"/>
                </a:solidFill>
                <a:latin typeface="Calibri"/>
              </a:defRPr>
            </a:pPr>
            <a:r>
              <a:t>Persist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5727" y="269748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User saved to</a:t>
            </a:r>
          </a:p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sarpa_current_user.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0287" y="1737360"/>
            <a:ext cx="219456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0287" y="1737360"/>
            <a:ext cx="2194560" cy="45720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0287" y="173736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0287" y="228600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DCB6E"/>
                </a:solidFill>
                <a:latin typeface="Calibri"/>
              </a:defRPr>
            </a:pPr>
            <a:r>
              <a:t>Redirect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7447" y="269748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Loads dashboard.html.</a:t>
            </a:r>
          </a:p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App.init() reads user.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2007" y="1737360"/>
            <a:ext cx="219456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62007" y="1737360"/>
            <a:ext cx="2194560" cy="4572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2007" y="173736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2007" y="2286000"/>
            <a:ext cx="2194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D63031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9167" y="2697480"/>
            <a:ext cx="1920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Sidebar + Overview panel</a:t>
            </a:r>
          </a:p>
          <a:p>
            <a:pPr algn="ctr">
              <a:defRPr sz="1200" b="0">
                <a:solidFill>
                  <a:srgbClr val="E6E6F0"/>
                </a:solidFill>
                <a:latin typeface="Calibri"/>
              </a:defRPr>
            </a:pPr>
            <a:r>
              <a:t>appear in &lt;1 second.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Four cooperating layers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7967" y="47548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7967" y="4754880"/>
            <a:ext cx="27432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7967" y="47548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7967" y="525780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E6E6F0"/>
                </a:solidFill>
                <a:latin typeface="Calibri"/>
              </a:defRPr>
            </a:pPr>
            <a:r>
              <a:t>HTML5 + CSS3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15487" y="47548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15487" y="4754880"/>
            <a:ext cx="274320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15487" y="47548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5487" y="525780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E6E6F0"/>
                </a:solidFill>
                <a:latin typeface="Calibri"/>
              </a:defRPr>
            </a:pPr>
            <a:r>
              <a:t>JavaScript ES6+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3007" y="47548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33007" y="4754880"/>
            <a:ext cx="2743200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3007" y="47548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3007" y="525780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E6E6F0"/>
                </a:solidFill>
                <a:latin typeface="Calibri"/>
              </a:defRPr>
            </a:pPr>
            <a:r>
              <a:t>DataStore + localStorage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50527" y="47548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0527" y="4754880"/>
            <a:ext cx="2743200" cy="41148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50527" y="47548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50527" y="525780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E6E6F0"/>
                </a:solidFill>
                <a:latin typeface="Calibri"/>
              </a:defRPr>
            </a:pPr>
            <a:r>
              <a:t>Chart.js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Everything stored under localStorage key 'sarpa_data'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64592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54480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username, password, name, email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21408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21408"/>
            <a:ext cx="16459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21408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0F3460"/>
                </a:solidFill>
                <a:latin typeface="Calibri"/>
              </a:defRPr>
            </a:pPr>
            <a:r>
              <a:t>teachers[]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21408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id, username, password, name, course, courseCode, email 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88336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88336"/>
            <a:ext cx="164592" cy="5029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88336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Calibri"/>
              </a:defRPr>
            </a:pPr>
            <a:r>
              <a:t>students[]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88336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id, rollno, name, email, batch, courses[], password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55264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255264"/>
            <a:ext cx="164592" cy="50292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55264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FDCB6E"/>
                </a:solidFill>
                <a:latin typeface="Calibri"/>
              </a:defRPr>
            </a:pPr>
            <a:r>
              <a:t>attendance[]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55264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id, studentId, teacherId, courseCode, date, status, remarks 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22192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822192"/>
            <a:ext cx="164592" cy="50292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822192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D63031"/>
                </a:solidFill>
                <a:latin typeface="Calibri"/>
              </a:defRPr>
            </a:pPr>
            <a:r>
              <a:t>announcements[]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22192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id, text, date, author 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89120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164592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8912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Calibri"/>
              </a:defRPr>
            </a:pPr>
            <a:r>
              <a:t>auditLog[]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389120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timestamp, user, action 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56048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956048"/>
            <a:ext cx="164592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956048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0F3460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956048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{ minAttendance, lateGraceMinutes, semester dates 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22976"/>
            <a:ext cx="10972800" cy="5029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522976"/>
            <a:ext cx="164592" cy="502920"/>
          </a:xfrm>
          <a:prstGeom prst="rect">
            <a:avLst/>
          </a:prstGeom>
          <a:solidFill>
            <a:srgbClr val="9A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22976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9A9AB8"/>
                </a:solidFill>
                <a:latin typeface="Calibri"/>
              </a:defRPr>
            </a:pPr>
            <a:r>
              <a:t>version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522976"/>
            <a:ext cx="8046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3  (auto-migrated on schema change)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Login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Unified login page with role selector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212080" cy="237744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2763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Login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6634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User opens index.html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Picks a role from the dropdown (Admin / Teacher / Student)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Enters username and password (default: 123456)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app.js calls DataStore.authenticate()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On success, user is saved to sarpa_current_user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Browser redirects to dashboard.html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463040"/>
            <a:ext cx="5577840" cy="237744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19072"/>
            <a:ext cx="109728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27632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502920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Username:  admin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Password:  123456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Scope:     full system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5212080" cy="25603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18795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96512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Teacher logins (one per course)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46634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ds     — Data Structures          (CS201)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dbms   — Database Management      (CS202)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os     — Operating Systems         (CS203)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cn     — Computer Networks         (CS204)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se     — Software Engineering      (CS205)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931920"/>
            <a:ext cx="5577840" cy="25603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187952"/>
            <a:ext cx="109728" cy="109728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96512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Student logins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572000"/>
            <a:ext cx="502920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Roll numbers CS2024001 → CS2024010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All students share password 123456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Each student is enrolled in all 5 courses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Personal data is scoped to the logged-in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Full control: users, courses, announcements,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4864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2763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Stat cards: teachers, students, today's marks, announcements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Bar chart: teacher distribution across 5 CS courses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Doughnut chart: system-wide statistics at a glance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719072"/>
            <a:ext cx="109728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2763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Manage Teachers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7548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Full CRUD on teacher records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Assign a teacher to one of 5 CS courses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Cascade delete cleans up attendance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Searchable teacher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48640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9651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Manage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Add / edit / delete students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Multi-course enrollment via course picker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Fields: name, roll, email, batch, courses[]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Cascade delete on student removal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096512"/>
            <a:ext cx="109728" cy="109728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System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475488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Post announcements with author + timestamp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Audit log of every data change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Configurable min attendance % and late grace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One-click data reset from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Teacher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Course roster, attendance, and student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4864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2763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My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View all enrolled students in assigned course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Enroll / remove students with dropdown picker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Student count badge in card header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719072"/>
            <a:ext cx="109728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2763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Mark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7548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Calendar date picker for the session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Present / Absent / Late toggle cards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Mark All Present / Mark All Absent bulk actions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Auto-save to localStorage on every click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48640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9651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View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Three filters: By Day, By Month, By Year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Calendar picker for precise date / month range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Color-coded badges: green / red / amber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Tabular output with roll, name, date,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096512"/>
            <a:ext cx="109728" cy="109728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Student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475488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Per-student summary table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Columns: Total, Present, Absent, Late, %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Color-coded progress bars by threshold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Spot at-risk students in a glance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Student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Personal attendance, course breakdown,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4864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190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2763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My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Personal log with day / month / year filters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Calendar picker for precise dates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Color-coded status badges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Course name shown alongside each entry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719072"/>
            <a:ext cx="109728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62763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Course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7548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Overall attendance % with progress bar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Stats per CS course: total, present, absent, late, %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Color-coded bars for instant assessment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Covers DS, DBMS, OS, CN, 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48640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096512"/>
            <a:ext cx="109728" cy="1097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Charts (4 types)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Pie: overall present / absent / late split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Line: monthly attendance trend over semester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Bar: course-wise attendance % comparison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Doughnut: per-course proportional breakdown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40480"/>
            <a:ext cx="5303520" cy="24688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096512"/>
            <a:ext cx="109728" cy="109728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Overview 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475488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Stat cards: overall %, present, absent, courses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Personal pie chart of attendance distribution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Monthly line chart of attendance trend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Auto-calculated across all enrolled courses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Charts &amp; Visual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How Chart.js brings the data to life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7432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828800"/>
            <a:ext cx="2011680" cy="1005840"/>
          </a:xfrm>
          <a:prstGeom prst="ellipse">
            <a:avLst/>
          </a:prstGeom>
          <a:solidFill>
            <a:srgbClr val="E945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▌▌▌▌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  <a:latin typeface="Calibri"/>
              </a:defRPr>
            </a:pPr>
            <a:r>
              <a:t>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9A9AB8"/>
                </a:solidFill>
                <a:latin typeface="Calibri"/>
              </a:defRPr>
            </a:pPr>
            <a:r>
              <a:t>Monthly + course-wise attendance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554480"/>
            <a:ext cx="27432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86200" y="1828800"/>
            <a:ext cx="2011680" cy="1005840"/>
          </a:xfrm>
          <a:prstGeom prst="ellipse">
            <a:avLst/>
          </a:prstGeom>
          <a:solidFill>
            <a:srgbClr val="0F34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∿∿∿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971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0F3460"/>
                </a:solidFill>
                <a:latin typeface="Calibri"/>
              </a:defRPr>
            </a:pPr>
            <a:r>
              <a:t>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375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9A9AB8"/>
                </a:solidFill>
                <a:latin typeface="Calibri"/>
              </a:defRPr>
            </a:pPr>
            <a:r>
              <a:t>Attendance progression over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27432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1828800"/>
            <a:ext cx="2011680" cy="1005840"/>
          </a:xfrm>
          <a:prstGeom prst="ellipse">
            <a:avLst/>
          </a:prstGeom>
          <a:solidFill>
            <a:srgbClr val="00B89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◐◑◒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00B894"/>
                </a:solidFill>
                <a:latin typeface="Calibri"/>
              </a:defRPr>
            </a:pPr>
            <a:r>
              <a:t>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9A9AB8"/>
                </a:solidFill>
                <a:latin typeface="Calibri"/>
              </a:defRPr>
            </a:pPr>
            <a:r>
              <a:t>Present / Absent / Late split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554480"/>
            <a:ext cx="2743200" cy="2286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6920" y="1828800"/>
            <a:ext cx="2011680" cy="1005840"/>
          </a:xfrm>
          <a:prstGeom prst="ellipse">
            <a:avLst/>
          </a:prstGeom>
          <a:solidFill>
            <a:srgbClr val="FDCB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971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DCB6E"/>
                </a:solidFill>
                <a:latin typeface="Calibri"/>
              </a:defRPr>
            </a:pPr>
            <a:r>
              <a:t>Doughnut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33756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9A9AB8"/>
                </a:solidFill>
                <a:latin typeface="Calibri"/>
              </a:defRPr>
            </a:pPr>
            <a:r>
              <a:t>System stats + per-course split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10972800" cy="210312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446227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70832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Design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4241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Palette: deep navy + coral accents + mint / amber / crimson status colors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Typography: Inter via Google Fonts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Theme: dark / light toggle saved to localStorage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Charts dynamically created and destroyed on every page switch</a:t>
            </a:r>
          </a:p>
          <a:p>
            <a:pPr algn="l">
              <a:defRPr sz="1400" b="0">
                <a:solidFill>
                  <a:srgbClr val="E6E6F0"/>
                </a:solidFill>
                <a:latin typeface="Calibri"/>
              </a:defRPr>
            </a:pPr>
            <a:r>
              <a:t>•  Responsive breakpoint at 768px stacks the sidebar and panels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Feature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What makes the build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16459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Role-based login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for 3 user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5544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1554480"/>
            <a:ext cx="16459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16916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Calibri"/>
              </a:defRPr>
            </a:pPr>
            <a:r>
              <a:t>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05740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Admin can add,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edit, delete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554480"/>
            <a:ext cx="164592" cy="12801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05740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Native date pickers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for all filters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55448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554480"/>
            <a:ext cx="164592" cy="128016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6916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FDCB6E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5740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Color-coded bars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for attendance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1752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017520"/>
            <a:ext cx="164592" cy="128016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154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D63031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5204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Every change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is logged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301752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0440" y="3017520"/>
            <a:ext cx="164592" cy="12801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3154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Calibri"/>
              </a:defRPr>
            </a:pPr>
            <a:r>
              <a:t>Responsive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5204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Mobile-friendly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below 768px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01752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017520"/>
            <a:ext cx="16459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154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Calibri"/>
              </a:defRPr>
            </a:pPr>
            <a:r>
              <a:t>Theme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5204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Dark / light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mode toggle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3017520"/>
            <a:ext cx="2743200" cy="128016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3017520"/>
            <a:ext cx="164592" cy="12801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1546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Calibri"/>
              </a:defRPr>
            </a:pPr>
            <a:r>
              <a:t>Seeded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52044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750+ records</a:t>
            </a:r>
          </a:p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pre-loaded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572000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PLANNED  •  QR attendance  •  Performance analyzer  •  Leave requests  •  PDF / Excel exports  •  Email alerts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394960"/>
            <a:ext cx="10972800" cy="109728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" y="5650992"/>
            <a:ext cx="109728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5559552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6035040"/>
            <a:ext cx="10424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300" b="0">
                <a:solidFill>
                  <a:srgbClr val="E6E6F0"/>
                </a:solidFill>
                <a:latin typeface="Calibri"/>
              </a:defRPr>
            </a:pPr>
            <a:r>
              <a:t>•  Self-contained demo — no server, no setup, no signup. Open the HTML and it 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400" b="0">
                <a:solidFill>
                  <a:srgbClr val="9A9AB8"/>
                </a:solidFill>
                <a:latin typeface="Calibri"/>
              </a:defRPr>
            </a:pPr>
            <a:r>
              <a:t>The build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486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defRPr sz="1100" b="0">
                <a:solidFill>
                  <a:srgbClr val="666A85"/>
                </a:solidFill>
                <a:latin typeface="Calibri"/>
              </a:defRPr>
            </a:pPr>
            <a:r>
              <a:t>SAPA — Smart Attendance &amp;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E945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Role-based  •  dashboards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55448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0F34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060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BTech CS  •  courses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00B89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Pre-loaded  • 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55448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3736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FDCB6E"/>
                </a:solidFill>
                <a:latin typeface="Calibri"/>
              </a:defRPr>
            </a:pPr>
            <a:r>
              <a:t>750+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060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Sample  •  attendance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6616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490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D6303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Chart.js  •  chart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56616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E94560"/>
                </a:solidFill>
                <a:latin typeface="Calibri"/>
              </a:defRPr>
            </a:pPr>
            <a:r>
              <a:t>~2,200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1772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Total lines  •  of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0F34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External  •  dependency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3566160"/>
            <a:ext cx="2743200" cy="18288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74904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defRPr sz="4600" b="1">
                <a:solidFill>
                  <a:srgbClr val="00B894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61772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300" b="0">
                <a:solidFill>
                  <a:srgbClr val="9A9AB8"/>
                </a:solidFill>
                <a:latin typeface="Calibri"/>
              </a:defRPr>
            </a:pPr>
            <a:r>
              <a:t>Backend  • 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2011680"/>
            <a:ext cx="164592" cy="5486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  <a:latin typeface="Calibri"/>
              </a:defRPr>
            </a:pPr>
            <a:r>
              <a:t>END OF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2000" b="0">
                <a:solidFill>
                  <a:srgbClr val="9A9AB8"/>
                </a:solidFill>
                <a:latin typeface="Calibri"/>
              </a:defRPr>
            </a:pPr>
            <a:r>
              <a:t>Questions, feedback, and ideas are welcome.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2743200" cy="54864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Admin: admin / 123456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663440"/>
            <a:ext cx="2743200" cy="5486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Teachers: ds · dbms · os · cn · 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663440"/>
            <a:ext cx="2743200" cy="5486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Students: CS2024001–CS2024010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663440"/>
            <a:ext cx="2743200" cy="548640"/>
          </a:xfrm>
          <a:prstGeom prst="round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Default password: 123456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666A85"/>
                </a:solidFill>
                <a:latin typeface="Calibri"/>
              </a:defRPr>
            </a:pPr>
            <a:r>
              <a:t>SAPA  •  Smart Attendance &amp; Performance Analyzer  • 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defRPr sz="1100" b="0">
                <a:solidFill>
                  <a:srgbClr val="666A85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